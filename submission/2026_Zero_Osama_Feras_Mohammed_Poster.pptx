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bce9dcf06b40e9" /><Relationship Type="http://schemas.openxmlformats.org/officeDocument/2006/relationships/extended-properties" Target="/docProps/app.xml" Id="Ra025b6ad948a42a6" /><Relationship Type="http://schemas.openxmlformats.org/officeDocument/2006/relationships/officeDocument" Target="/ppt/presentation.xml" Id="Rab93d20b62284e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55aeced5814e30"/>
  </p:sldMasterIdLst>
  <p:notesMasterIdLst>
    <p:notesMasterId xmlns:r="http://schemas.openxmlformats.org/officeDocument/2006/relationships" r:id="R69189af3d55d4de1"/>
  </p:notesMasterIdLst>
  <p:sldIdLst>
    <p:sldId xmlns:r="http://schemas.openxmlformats.org/officeDocument/2006/relationships" id="256" r:id="R0b1319796c26489a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0c8b3e57254f33" /><Relationship Type="http://schemas.openxmlformats.org/officeDocument/2006/relationships/slideMaster" Target="/ppt/slideMasters/slideMaster1.xml" Id="Ra455aeced5814e30" /><Relationship Type="http://schemas.openxmlformats.org/officeDocument/2006/relationships/notesMaster" Target="/ppt/notesMasters/notesMaster1.xml" Id="R69189af3d55d4de1" /><Relationship Type="http://schemas.openxmlformats.org/officeDocument/2006/relationships/presProps" Target="/ppt/presProps.xml" Id="R0ed407552a3c4bc2" /><Relationship Type="http://schemas.openxmlformats.org/officeDocument/2006/relationships/tableStyles" Target="/ppt/tableStyles.xml" Id="Rc5b383e0864d4183" /><Relationship Type="http://schemas.openxmlformats.org/officeDocument/2006/relationships/slide" Target="/ppt/slides/slide1.xml" Id="R0b1319796c2648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766d95127f46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aa192152824e8a" /><Relationship Type="http://schemas.openxmlformats.org/officeDocument/2006/relationships/notesMaster" Target="/ppt/notesMasters/notesMaster1.xml" Id="R4c82f02cc92541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HOUSEWIRE by Team Zero: Osama, Feras, Mohammed. Source artwork: the existing team poster, 2026_Zero_Osama_Feras_Mohammed_Poster.pdf. Product descriptions follow the implemented app and its README, including Family Club added September 11, 2026. This poster has an A1 portrait canvas of 594 by 841 millimetres.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4b57b1eb147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a6bcb0aec24d73" /><Relationship Type="http://schemas.openxmlformats.org/officeDocument/2006/relationships/slideLayout" Target="/ppt/slideLayouts/slideLayout1.xml" Id="R263d42559d914f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3d42559d914f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8b5f63b484aae" /><Relationship Type="http://schemas.openxmlformats.org/officeDocument/2006/relationships/image" Target="/ppt/media/image.png" Id="R333fcdc295634510" /><Relationship Type="http://schemas.openxmlformats.org/officeDocument/2006/relationships/notesSlide" Target="/ppt/notesSlides/notesSlide1.xml" Id="R3374e630990a4a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oral left edge">
            <a:extLst xmlns:a="http://schemas.openxmlformats.org/drawingml/2006/main">
              <a:ext uri="{FF2B5EF4-FFF2-40B4-BE49-F238E27FC236}">
                <a16:creationId xmlns:a16="http://schemas.microsoft.com/office/drawing/2014/main" id="{DAEF5B03-1030-400E-84D3-F59236AF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302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</a:ln>
        </p:spPr>
      </p:sp>
      <p:sp>
        <p:nvSpPr>
          <p:cNvPr id="2" name="Mint right edge">
            <a:extLst xmlns:a="http://schemas.openxmlformats.org/drawingml/2006/main">
              <a:ext uri="{FF2B5EF4-FFF2-40B4-BE49-F238E27FC236}">
                <a16:creationId xmlns:a16="http://schemas.microsoft.com/office/drawing/2014/main" id="{1DAD4230-8EEC-4A7F-99F3-EC2A9473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8250" y="0"/>
            <a:ext cx="285750" cy="302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8C7"/>
          </a:solidFill>
          <a:ln xmlns:a="http://schemas.openxmlformats.org/drawingml/2006/main" w="0">
            <a:noFill/>
          </a:ln>
        </p:spPr>
      </p:sp>
      <p:sp>
        <p:nvSpPr>
          <p:cNvPr id="3" name="Cream content field">
            <a:extLst xmlns:a="http://schemas.openxmlformats.org/drawingml/2006/main">
              <a:ext uri="{FF2B5EF4-FFF2-40B4-BE49-F238E27FC236}">
                <a16:creationId xmlns:a16="http://schemas.microsoft.com/office/drawing/2014/main" id="{EDD8DAB5-B509-42B1-A186-F59CCBED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0"/>
            <a:ext cx="20812500" cy="1152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</p:sp>
      <p:sp>
        <p:nvSpPr>
          <p:cNvPr id="4" name="Competition theme">
            <a:extLst xmlns:a="http://schemas.openxmlformats.org/drawingml/2006/main">
              <a:ext uri="{FF2B5EF4-FFF2-40B4-BE49-F238E27FC236}">
                <a16:creationId xmlns:a16="http://schemas.microsoft.com/office/drawing/2014/main" id="{6AC3BBB7-8034-4ADB-9041-4FF0CC43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2000"/>
            <a:ext cx="1571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765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7657"/>
                </a:solidFill>
                <a:latin typeface="Arial"/>
                <a:ea typeface="Arial"/>
                <a:cs typeface="Arial"/>
              </a:rPr>
              <a:t>AI FOR STRONGER FAMILY BONDING</a:t>
            </a:r>
          </a:p>
        </p:txBody>
      </p:sp>
      <p:sp>
        <p:nvSpPr>
          <p:cNvPr id="5" name="Team label">
            <a:extLst xmlns:a="http://schemas.openxmlformats.org/drawingml/2006/main">
              <a:ext uri="{FF2B5EF4-FFF2-40B4-BE49-F238E27FC236}">
                <a16:creationId xmlns:a16="http://schemas.microsoft.com/office/drawing/2014/main" id="{13652BCF-4E70-4FF2-9DED-D5689B07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809625"/>
            <a:ext cx="3667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FFF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6E5"/>
                </a:solidFill>
                <a:latin typeface="Arial"/>
                <a:ea typeface="Arial"/>
                <a:cs typeface="Arial"/>
              </a:rPr>
              <a:t>TEAM ZERO</a:t>
            </a:r>
          </a:p>
        </p:txBody>
      </p:sp>
      <p:sp>
        <p:nvSpPr>
          <p:cNvPr id="6" name="Project name">
            <a:extLst xmlns:a="http://schemas.openxmlformats.org/drawingml/2006/main">
              <a:ext uri="{FF2B5EF4-FFF2-40B4-BE49-F238E27FC236}">
                <a16:creationId xmlns:a16="http://schemas.microsoft.com/office/drawing/2014/main" id="{5ECEFC82-80F9-4871-AF48-6F0A6C90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19145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0" b="1">
                <a:solidFill>
                  <a:srgbClr val="FFF6E5"/>
                </a:solidFill>
                <a:latin typeface="Arial Narrow"/>
                <a:ea typeface="Arial Narrow"/>
                <a:cs typeface="Arial Narrow"/>
              </a:defRPr>
            </a:pPr>
            <a:r>
              <a:rPr sz="16350" b="1">
                <a:solidFill>
                  <a:srgbClr val="FFF6E5"/>
                </a:solidFill>
                <a:latin typeface="Arial Narrow"/>
                <a:ea typeface="Arial Narrow"/>
                <a:cs typeface="Arial Narrow"/>
              </a:rPr>
              <a:t>HOUSEWIRE</a:t>
            </a:r>
          </a:p>
        </p:txBody>
      </p:sp>
      <p:sp>
        <p:nvSpPr>
          <p:cNvPr id="7" name="Hero line one">
            <a:extLst xmlns:a="http://schemas.openxmlformats.org/drawingml/2006/main">
              <a:ext uri="{FF2B5EF4-FFF2-40B4-BE49-F238E27FC236}">
                <a16:creationId xmlns:a16="http://schemas.microsoft.com/office/drawing/2014/main" id="{A0DEB1AB-3516-4CA9-882E-36DD5D66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981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0" b="1">
                <a:solidFill>
                  <a:srgbClr val="FFF6E5"/>
                </a:solidFill>
                <a:latin typeface="Arial Narrow"/>
                <a:ea typeface="Arial Narrow"/>
                <a:cs typeface="Arial Narrow"/>
              </a:defRPr>
            </a:pPr>
            <a:r>
              <a:rPr sz="7350" b="1">
                <a:solidFill>
                  <a:srgbClr val="FFF6E5"/>
                </a:solidFill>
                <a:latin typeface="Arial Narrow"/>
                <a:ea typeface="Arial Narrow"/>
                <a:cs typeface="Arial Narrow"/>
              </a:rPr>
              <a:t>TURN THE HOUSE</a:t>
            </a:r>
          </a:p>
        </p:txBody>
      </p:sp>
      <p:sp>
        <p:nvSpPr>
          <p:cNvPr id="8" name="Hero line two">
            <a:extLst xmlns:a="http://schemas.openxmlformats.org/drawingml/2006/main">
              <a:ext uri="{FF2B5EF4-FFF2-40B4-BE49-F238E27FC236}">
                <a16:creationId xmlns:a16="http://schemas.microsoft.com/office/drawing/2014/main" id="{FBDBF595-14FB-40D9-9B7B-EDCDDC4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981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0" b="1">
                <a:solidFill>
                  <a:srgbClr val="FFD166"/>
                </a:solidFill>
                <a:latin typeface="Arial Narrow"/>
                <a:ea typeface="Arial Narrow"/>
                <a:cs typeface="Arial Narrow"/>
              </a:defRPr>
            </a:pPr>
            <a:r>
              <a:rPr sz="7350" b="1">
                <a:solidFill>
                  <a:srgbClr val="FFD166"/>
                </a:solidFill>
                <a:latin typeface="Arial Narrow"/>
                <a:ea typeface="Arial Narrow"/>
                <a:cs typeface="Arial Narrow"/>
              </a:rPr>
              <a:t>INTO A GAME</a:t>
            </a:r>
          </a:p>
        </p:txBody>
      </p:sp>
      <p:sp>
        <p:nvSpPr>
          <p:cNvPr id="9" name="Hero line three">
            <a:extLst xmlns:a="http://schemas.openxmlformats.org/drawingml/2006/main">
              <a:ext uri="{FF2B5EF4-FFF2-40B4-BE49-F238E27FC236}">
                <a16:creationId xmlns:a16="http://schemas.microsoft.com/office/drawing/2014/main" id="{60973899-D4EB-4FC5-BD82-C3D6428A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48475"/>
            <a:ext cx="981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0" b="1">
                <a:solidFill>
                  <a:srgbClr val="FFF6E5"/>
                </a:solidFill>
                <a:latin typeface="Arial Narrow"/>
                <a:ea typeface="Arial Narrow"/>
                <a:cs typeface="Arial Narrow"/>
              </a:defRPr>
            </a:pPr>
            <a:r>
              <a:rPr sz="7350" b="1">
                <a:solidFill>
                  <a:srgbClr val="FFF6E5"/>
                </a:solidFill>
                <a:latin typeface="Arial Narrow"/>
                <a:ea typeface="Arial Narrow"/>
                <a:cs typeface="Arial Narrow"/>
              </a:rPr>
              <a:t>YOU SOLVE</a:t>
            </a:r>
          </a:p>
        </p:txBody>
      </p:sp>
      <p:sp>
        <p:nvSpPr>
          <p:cNvPr id="10" name="Hero line four">
            <a:extLst xmlns:a="http://schemas.openxmlformats.org/drawingml/2006/main">
              <a:ext uri="{FF2B5EF4-FFF2-40B4-BE49-F238E27FC236}">
                <a16:creationId xmlns:a16="http://schemas.microsoft.com/office/drawing/2014/main" id="{0ADEDC62-AE72-491E-9497-A6874BCE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962900"/>
            <a:ext cx="981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0" b="1">
                <a:solidFill>
                  <a:srgbClr val="FF7657"/>
                </a:solidFill>
                <a:latin typeface="Arial Narrow"/>
                <a:ea typeface="Arial Narrow"/>
                <a:cs typeface="Arial Narrow"/>
              </a:defRPr>
            </a:pPr>
            <a:r>
              <a:rPr sz="7350" b="1">
                <a:solidFill>
                  <a:srgbClr val="FF7657"/>
                </a:solidFill>
                <a:latin typeface="Arial Narrow"/>
                <a:ea typeface="Arial Narrow"/>
                <a:cs typeface="Arial Narrow"/>
              </a:rPr>
              <a:t>TOGETHER</a:t>
            </a:r>
          </a:p>
        </p:txBody>
      </p:sp>
      <p:sp>
        <p:nvSpPr>
          <p:cNvPr id="11" name="Family mechanism">
            <a:extLst xmlns:a="http://schemas.openxmlformats.org/drawingml/2006/main">
              <a:ext uri="{FF2B5EF4-FFF2-40B4-BE49-F238E27FC236}">
                <a16:creationId xmlns:a16="http://schemas.microsoft.com/office/drawing/2014/main" id="{E068F1CF-939F-4AD8-B6C5-1B7720C6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9191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FFF6E5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FF6E5"/>
                </a:solidFill>
                <a:latin typeface="Arial"/>
                <a:ea typeface="Arial"/>
                <a:cs typeface="Arial"/>
              </a:rPr>
              <a:t>Everyone holds a different clue.</a:t>
            </a:r>
          </a:p>
          <a:p xmlns:a="http://schemas.openxmlformats.org/drawingml/2006/main">
            <a:pPr algn="l">
              <a:defRPr sz="3300" b="0">
                <a:solidFill>
                  <a:srgbClr val="FFF6E5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FF6E5"/>
                </a:solidFill>
                <a:latin typeface="Arial"/>
                <a:ea typeface="Arial"/>
                <a:cs typeface="Arial"/>
              </a:rPr>
              <a:t>The family talks, combines what they know and shares the win.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fcdc295634510"/>
          <a:stretch xmlns:a="http://schemas.openxmlformats.org/drawingml/2006/main"/>
        </p:blipFill>
        <p:spPr>
          <a:xfrm xmlns:a="http://schemas.openxmlformats.org/drawingml/2006/main">
            <a:off x="11334750" y="4146232"/>
            <a:ext cx="9001125" cy="8281035"/>
          </a:xfrm>
          <a:prstGeom xmlns:a="http://schemas.openxmlformats.org/drawingml/2006/main" prst="rect">
            <a:avLst/>
          </a:prstGeom>
        </p:spPr>
      </p:pic>
      <p:sp>
        <p:nvSpPr>
          <p:cNvPr id="13" name="Shared-win band">
            <a:extLst xmlns:a="http://schemas.openxmlformats.org/drawingml/2006/main">
              <a:ext uri="{FF2B5EF4-FFF2-40B4-BE49-F238E27FC236}">
                <a16:creationId xmlns:a16="http://schemas.microsoft.com/office/drawing/2014/main" id="{AD196B30-A242-43B0-9800-0AFA74A4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25375"/>
            <a:ext cx="1928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4" name="Shared-win statement">
            <a:extLst xmlns:a="http://schemas.openxmlformats.org/drawingml/2006/main">
              <a:ext uri="{FF2B5EF4-FFF2-40B4-BE49-F238E27FC236}">
                <a16:creationId xmlns:a16="http://schemas.microsoft.com/office/drawing/2014/main" id="{4D538F2B-08A9-4AF6-9883-CCA993C8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725400"/>
            <a:ext cx="1862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75" b="1">
                <a:solidFill>
                  <a:srgbClr val="17243A"/>
                </a:solidFill>
                <a:latin typeface="Arial Narrow"/>
                <a:ea typeface="Arial Narrow"/>
                <a:cs typeface="Arial Narrow"/>
              </a:defRPr>
            </a:pPr>
            <a:r>
              <a:rPr sz="3975" b="1">
                <a:solidFill>
                  <a:srgbClr val="17243A"/>
                </a:solidFill>
                <a:latin typeface="Arial Narrow"/>
                <a:ea typeface="Arial Narrow"/>
                <a:cs typeface="Arial Narrow"/>
              </a:rPr>
              <a:t>DIFFERENT CLUES. ONE SHARED ESCAPE</a:t>
            </a:r>
          </a:p>
        </p:txBody>
      </p:sp>
      <p:sp>
        <p:nvSpPr>
          <p:cNvPr id="15" name="Modes heading">
            <a:extLst xmlns:a="http://schemas.openxmlformats.org/drawingml/2006/main">
              <a:ext uri="{FF2B5EF4-FFF2-40B4-BE49-F238E27FC236}">
                <a16:creationId xmlns:a16="http://schemas.microsoft.com/office/drawing/2014/main" id="{32E0ED59-0A95-411E-B4E3-91F29E18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525625"/>
            <a:ext cx="1914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243A"/>
                </a:solidFill>
                <a:latin typeface="Arial Narrow"/>
                <a:ea typeface="Arial Narrow"/>
                <a:cs typeface="Arial Narrow"/>
              </a:defRPr>
            </a:pPr>
            <a:r>
              <a:rPr sz="5400" b="1">
                <a:solidFill>
                  <a:srgbClr val="17243A"/>
                </a:solidFill>
                <a:latin typeface="Arial Narrow"/>
                <a:ea typeface="Arial Narrow"/>
                <a:cs typeface="Arial Narrow"/>
              </a:rPr>
              <a:t>THREE WAYS TO PLAY</a:t>
            </a:r>
          </a:p>
        </p:txBody>
      </p:sp>
      <p:sp>
        <p:nvSpPr>
          <p:cNvPr id="16" name="01  ESCAPE CASES">
            <a:extLst xmlns:a="http://schemas.openxmlformats.org/drawingml/2006/main">
              <a:ext uri="{FF2B5EF4-FFF2-40B4-BE49-F238E27FC236}">
                <a16:creationId xmlns:a16="http://schemas.microsoft.com/office/drawing/2014/main" id="{734EEE75-7AE1-4ABD-B412-73D9D7A1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906750"/>
            <a:ext cx="638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7657"/>
                </a:solidFill>
                <a:latin typeface="Arial Narrow"/>
                <a:ea typeface="Arial Narrow"/>
                <a:cs typeface="Arial Narrow"/>
              </a:defRPr>
            </a:pPr>
            <a:r>
              <a:rPr sz="4275" b="1">
                <a:solidFill>
                  <a:srgbClr val="FF7657"/>
                </a:solidFill>
                <a:latin typeface="Arial Narrow"/>
                <a:ea typeface="Arial Narrow"/>
                <a:cs typeface="Arial Narrow"/>
              </a:rPr>
              <a:t>01  ESCAPE CASES</a:t>
            </a:r>
          </a:p>
        </p:txBody>
      </p:sp>
      <p:sp>
        <p:nvSpPr>
          <p:cNvPr id="17" name="01  ESCAPE CASES description">
            <a:extLst xmlns:a="http://schemas.openxmlformats.org/drawingml/2006/main">
              <a:ext uri="{FF2B5EF4-FFF2-40B4-BE49-F238E27FC236}">
                <a16:creationId xmlns:a16="http://schemas.microsoft.com/office/drawing/2014/main" id="{D5EB8AED-1C18-49A6-8AE6-E26C2D14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906750"/>
            <a:ext cx="12525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Explore a story across real rooms. Combine private clues, camera puzzles and sound. House Line lets players exchange short voice messages between rooms.</a:t>
            </a:r>
          </a:p>
        </p:txBody>
      </p:sp>
      <p:sp>
        <p:nvSpPr>
          <p:cNvPr id="18" name="02  FAMILY FREQUENCY">
            <a:extLst xmlns:a="http://schemas.openxmlformats.org/drawingml/2006/main">
              <a:ext uri="{FF2B5EF4-FFF2-40B4-BE49-F238E27FC236}">
                <a16:creationId xmlns:a16="http://schemas.microsoft.com/office/drawing/2014/main" id="{2242366A-0315-44DE-B09A-67C4B077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859375"/>
            <a:ext cx="638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A36B00"/>
                </a:solidFill>
                <a:latin typeface="Arial Narrow"/>
                <a:ea typeface="Arial Narrow"/>
                <a:cs typeface="Arial Narrow"/>
              </a:defRPr>
            </a:pPr>
            <a:r>
              <a:rPr sz="4275" b="1">
                <a:solidFill>
                  <a:srgbClr val="A36B00"/>
                </a:solidFill>
                <a:latin typeface="Arial Narrow"/>
                <a:ea typeface="Arial Narrow"/>
                <a:cs typeface="Arial Narrow"/>
              </a:rPr>
              <a:t>02  FAMILY FREQUENCY</a:t>
            </a:r>
          </a:p>
        </p:txBody>
      </p:sp>
      <p:sp>
        <p:nvSpPr>
          <p:cNvPr id="19" name="02  FAMILY FREQUENCY description">
            <a:extLst xmlns:a="http://schemas.openxmlformats.org/drawingml/2006/main">
              <a:ext uri="{FF2B5EF4-FFF2-40B4-BE49-F238E27FC236}">
                <a16:creationId xmlns:a16="http://schemas.microsoft.com/office/drawing/2014/main" id="{D2833F43-A52C-496A-B661-E7592037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859375"/>
            <a:ext cx="12525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Pass one phone around. Predict each other’s choices, order events, move a dial or write an answer. Reveal the truth and play individually or in teams.</a:t>
            </a:r>
          </a:p>
        </p:txBody>
      </p:sp>
      <p:sp>
        <p:nvSpPr>
          <p:cNvPr id="20" name="03  CIRCUIT RACE">
            <a:extLst xmlns:a="http://schemas.openxmlformats.org/drawingml/2006/main">
              <a:ext uri="{FF2B5EF4-FFF2-40B4-BE49-F238E27FC236}">
                <a16:creationId xmlns:a16="http://schemas.microsoft.com/office/drawing/2014/main" id="{1F6521AC-746B-4E50-AE90-687ED43B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0"/>
            <a:ext cx="638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47C73"/>
                </a:solidFill>
                <a:latin typeface="Arial Narrow"/>
                <a:ea typeface="Arial Narrow"/>
                <a:cs typeface="Arial Narrow"/>
              </a:defRPr>
            </a:pPr>
            <a:r>
              <a:rPr sz="4275" b="1">
                <a:solidFill>
                  <a:srgbClr val="147C73"/>
                </a:solidFill>
                <a:latin typeface="Arial Narrow"/>
                <a:ea typeface="Arial Narrow"/>
                <a:cs typeface="Arial Narrow"/>
              </a:rPr>
              <a:t>03  CIRCUIT RACE</a:t>
            </a:r>
          </a:p>
        </p:txBody>
      </p:sp>
      <p:sp>
        <p:nvSpPr>
          <p:cNvPr id="21" name="03  CIRCUIT RACE description">
            <a:extLst xmlns:a="http://schemas.openxmlformats.org/drawingml/2006/main">
              <a:ext uri="{FF2B5EF4-FFF2-40B4-BE49-F238E27FC236}">
                <a16:creationId xmlns:a16="http://schemas.microsoft.com/office/drawing/2014/main" id="{086F46CE-4713-4DF2-AD2C-1DD7E612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0"/>
            <a:ext cx="12525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Two teams tackle the same escape course. Teammates share clues and coordinate actions. The first team to finish wins.</a:t>
            </a:r>
          </a:p>
        </p:txBody>
      </p:sp>
      <p:sp>
        <p:nvSpPr>
          <p:cNvPr id="22" name="Getting started heading">
            <a:extLst xmlns:a="http://schemas.openxmlformats.org/drawingml/2006/main">
              <a:ext uri="{FF2B5EF4-FFF2-40B4-BE49-F238E27FC236}">
                <a16:creationId xmlns:a16="http://schemas.microsoft.com/office/drawing/2014/main" id="{E59F8E7D-A065-4F78-A655-8C0EEE93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0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7243A"/>
                </a:solidFill>
                <a:latin typeface="Arial Narrow"/>
                <a:ea typeface="Arial Narrow"/>
                <a:cs typeface="Arial Narrow"/>
              </a:defRPr>
            </a:pPr>
            <a:r>
              <a:rPr sz="4275" b="1">
                <a:solidFill>
                  <a:srgbClr val="17243A"/>
                </a:solidFill>
                <a:latin typeface="Arial Narrow"/>
                <a:ea typeface="Arial Narrow"/>
                <a:cs typeface="Arial Narrow"/>
              </a:rPr>
              <a:t>AN EASY FIRST GAME</a:t>
            </a:r>
          </a:p>
        </p:txBody>
      </p:sp>
      <p:sp>
        <p:nvSpPr>
          <p:cNvPr id="23" name="Getting started">
            <a:extLst xmlns:a="http://schemas.openxmlformats.org/drawingml/2006/main">
              <a:ext uri="{FF2B5EF4-FFF2-40B4-BE49-F238E27FC236}">
                <a16:creationId xmlns:a16="http://schemas.microsoft.com/office/drawing/2014/main" id="{7B15583C-1C81-4614-9E22-F882EBA6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14575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Try the guided tutorial, then choose a mode. Pass one phone around or link 2–4 phones on your local network.</a:t>
            </a:r>
          </a:p>
        </p:txBody>
      </p:sp>
      <p:sp>
        <p:nvSpPr>
          <p:cNvPr id="24" name="Family Club heading">
            <a:extLst xmlns:a="http://schemas.openxmlformats.org/drawingml/2006/main">
              <a:ext uri="{FF2B5EF4-FFF2-40B4-BE49-F238E27FC236}">
                <a16:creationId xmlns:a16="http://schemas.microsoft.com/office/drawing/2014/main" id="{EC80218B-68DF-40F3-9FE2-0377BF0C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2288500"/>
            <a:ext cx="890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7243A"/>
                </a:solidFill>
                <a:latin typeface="Arial Narrow"/>
                <a:ea typeface="Arial Narrow"/>
                <a:cs typeface="Arial Narrow"/>
              </a:defRPr>
            </a:pPr>
            <a:r>
              <a:rPr sz="4275" b="1">
                <a:solidFill>
                  <a:srgbClr val="17243A"/>
                </a:solidFill>
                <a:latin typeface="Arial Narrow"/>
                <a:ea typeface="Arial Narrow"/>
                <a:cs typeface="Arial Narrow"/>
              </a:rPr>
              <a:t>YOUR FAMILY CLUB</a:t>
            </a:r>
          </a:p>
        </p:txBody>
      </p:sp>
      <p:sp>
        <p:nvSpPr>
          <p:cNvPr id="25" name="Family Club description">
            <a:extLst xmlns:a="http://schemas.openxmlformats.org/drawingml/2006/main">
              <a:ext uri="{FF2B5EF4-FFF2-40B4-BE49-F238E27FC236}">
                <a16:creationId xmlns:a16="http://schemas.microsoft.com/office/drawing/2014/main" id="{53B01F15-894A-4EAE-8F3E-4E429EE2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3145750"/>
            <a:ext cx="8905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Keep the game nights going with a family leaderboard, personal player stats and saved game history. Results stay on the phone.</a:t>
            </a:r>
          </a:p>
        </p:txBody>
      </p:sp>
      <p:sp>
        <p:nvSpPr>
          <p:cNvPr id="26" name="AI heading">
            <a:extLst xmlns:a="http://schemas.openxmlformats.org/drawingml/2006/main">
              <a:ext uri="{FF2B5EF4-FFF2-40B4-BE49-F238E27FC236}">
                <a16:creationId xmlns:a16="http://schemas.microsoft.com/office/drawing/2014/main" id="{92E81FD1-42AA-4225-9616-14823345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0"/>
            <a:ext cx="9191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7657"/>
                </a:solidFill>
                <a:latin typeface="Arial Narrow"/>
                <a:ea typeface="Arial Narrow"/>
                <a:cs typeface="Arial Narrow"/>
              </a:defRPr>
            </a:pPr>
            <a:r>
              <a:rPr sz="4350" b="1">
                <a:solidFill>
                  <a:srgbClr val="FF7657"/>
                </a:solidFill>
                <a:latin typeface="Arial Narrow"/>
                <a:ea typeface="Arial Narrow"/>
                <a:cs typeface="Arial Narrow"/>
              </a:rPr>
              <a:t>AI INSIDE THE GAME</a:t>
            </a:r>
          </a:p>
        </p:txBody>
      </p:sp>
      <p:sp>
        <p:nvSpPr>
          <p:cNvPr id="27" name="AI description">
            <a:extLst xmlns:a="http://schemas.openxmlformats.org/drawingml/2006/main">
              <a:ext uri="{FF2B5EF4-FFF2-40B4-BE49-F238E27FC236}">
                <a16:creationId xmlns:a16="http://schemas.microsoft.com/office/drawing/2014/main" id="{12905D23-AC82-45F9-A7FF-7956B3A2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0"/>
            <a:ext cx="9286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FF6E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6E5"/>
                </a:solidFill>
                <a:latin typeface="Arial"/>
                <a:ea typeface="Arial"/>
                <a:cs typeface="Arial"/>
              </a:rPr>
              <a:t>Optional GPT generation refreshes case stories and trivia questions. In-game hints respond to progress. Offline generation keeps games playable without an API key.</a:t>
            </a:r>
          </a:p>
        </p:txBody>
      </p:sp>
      <p:sp>
        <p:nvSpPr>
          <p:cNvPr id="28" name="Privacy heading">
            <a:extLst xmlns:a="http://schemas.openxmlformats.org/drawingml/2006/main">
              <a:ext uri="{FF2B5EF4-FFF2-40B4-BE49-F238E27FC236}">
                <a16:creationId xmlns:a16="http://schemas.microsoft.com/office/drawing/2014/main" id="{E8F1EFED-397A-46DC-8474-A0A9BB39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6193750"/>
            <a:ext cx="8905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6ED8C7"/>
                </a:solidFill>
                <a:latin typeface="Arial Narrow"/>
                <a:ea typeface="Arial Narrow"/>
                <a:cs typeface="Arial Narrow"/>
              </a:defRPr>
            </a:pPr>
            <a:r>
              <a:rPr sz="4350" b="1">
                <a:solidFill>
                  <a:srgbClr val="6ED8C7"/>
                </a:solidFill>
                <a:latin typeface="Arial Narrow"/>
                <a:ea typeface="Arial Narrow"/>
                <a:cs typeface="Arial Narrow"/>
              </a:rPr>
              <a:t>BUILT FOR PLAY AT HOME</a:t>
            </a:r>
          </a:p>
        </p:txBody>
      </p:sp>
      <p:sp>
        <p:nvSpPr>
          <p:cNvPr id="29" name="Privacy description">
            <a:extLst xmlns:a="http://schemas.openxmlformats.org/drawingml/2006/main">
              <a:ext uri="{FF2B5EF4-FFF2-40B4-BE49-F238E27FC236}">
                <a16:creationId xmlns:a16="http://schemas.microsoft.com/office/drawing/2014/main" id="{EA3BDC2A-26AC-49CD-B99E-0F65F0ED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7051000"/>
            <a:ext cx="890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FF6E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6E5"/>
                </a:solidFill>
                <a:latin typeface="Arial"/>
                <a:ea typeface="Arial"/>
                <a:cs typeface="Arial"/>
              </a:rPr>
              <a:t>No account needed. Private trivia answers stay on the phone. Nearby multiplayer uses the local network. Camera and microphone permissions have playable fallbacks.</a:t>
            </a:r>
          </a:p>
        </p:txBody>
      </p:sp>
      <p:sp>
        <p:nvSpPr>
          <p:cNvPr id="30" name="Team names">
            <a:extLst xmlns:a="http://schemas.openxmlformats.org/drawingml/2006/main">
              <a:ext uri="{FF2B5EF4-FFF2-40B4-BE49-F238E27FC236}">
                <a16:creationId xmlns:a16="http://schemas.microsoft.com/office/drawing/2014/main" id="{FE0882B2-D438-4C39-A095-5241FC96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75125"/>
            <a:ext cx="1190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6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6E5"/>
                </a:solidFill>
                <a:latin typeface="Arial"/>
                <a:ea typeface="Arial"/>
                <a:cs typeface="Arial"/>
              </a:rPr>
              <a:t>Osama  /  Feras  /  Mohammed</a:t>
            </a:r>
          </a:p>
        </p:txBody>
      </p:sp>
      <p:sp>
        <p:nvSpPr>
          <p:cNvPr id="31" name="Technology">
            <a:extLst xmlns:a="http://schemas.openxmlformats.org/drawingml/2006/main">
              <a:ext uri="{FF2B5EF4-FFF2-40B4-BE49-F238E27FC236}">
                <a16:creationId xmlns:a16="http://schemas.microsoft.com/office/drawing/2014/main" id="{0BFBFE59-8795-4F2A-8249-C482733E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9575125"/>
            <a:ext cx="804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FFF6E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6E5"/>
                </a:solidFill>
                <a:latin typeface="Arial"/>
                <a:ea typeface="Arial"/>
                <a:cs typeface="Arial"/>
              </a:rPr>
              <a:t>React Native + Expo + TypeScript</a:t>
            </a:r>
          </a:p>
        </p:txBody>
      </p:sp>
    </p:spTree>
    <p:extLst>
      <p:ext uri="{BB962C8B-B14F-4D97-AF65-F5344CB8AC3E}">
        <p14:creationId xmlns:p14="http://schemas.microsoft.com/office/powerpoint/2010/main" val="1453451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2026-09-12T10:36:39.3430000Z</dcterms:created>
  <dcterms:modified xsi:type="dcterms:W3CDTF">2026-09-12T10:36:39.3440000Z</dcterms:modified>
</coreProperties>
</file>